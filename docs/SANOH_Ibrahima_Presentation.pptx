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2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× Entreprises Africaines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3657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Semestre 2  •  ISI  •  2026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Robert DIASSÉ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953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547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142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africain est en pleine croissance. Les talents numériques peinent à accéder aux opportunités internationales.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site vitrine complet pour AfriTalent, une plateforme fictive mettant en relation freelances tech et entreprises africaines.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7432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Développeurs, designers et créateurs de contenu africains cherchant des missions + entreprises locales et internationales.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#F97316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5087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Secondaire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#1E293B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5087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A6A0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#EA6A0A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1463040"/>
            <a:ext cx="33832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554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5778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et en-têtes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880360"/>
            <a:ext cx="3383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du texte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2026 appliquées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épuré et moderne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 expressive (Syne 800)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asymétrique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avec persistance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097280"/>
            <a:ext cx="1463040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1097280"/>
            <a:ext cx="14630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097280"/>
            <a:ext cx="1463040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146304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fichiers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411480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NOM-Prenom-AfriTalent/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index.html, freelances.html, tarifs.html...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css/ → style.css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js/ → main.js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images/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 → Presentation.pptx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3246120"/>
            <a:ext cx="54864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584448"/>
            <a:ext cx="54864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+ Variables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922776"/>
            <a:ext cx="54864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4261104"/>
            <a:ext cx="54864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4599432"/>
            <a:ext cx="54864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599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Pages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7 fonctionnalités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localStorage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lune/soleil. Persistance entre les pages via localStorage.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02536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 au scroll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311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shrink après 50px. Classe .scrolled ajoutée par JS.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8950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retour en haut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18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Apparaît après 300px de scroll. Remonte en douceur (smooth).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21024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764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05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déclenche l'animation quand visible.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1155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1033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3441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invisibles → visibles au scroll via classe .visible.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847088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00253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920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des freelances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2311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display:none/'' sur les cartes selon data-category.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734056"/>
            <a:ext cx="4160520" cy="7772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88950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807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118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email, min 20 carac., bordures rouge/vert Bootstrap.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Techniques avancées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840480" cy="3383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--color-primary: #F97316;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--color-secondary: #1E293B;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--font-heading: 'Syne';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--spacing-section: 80px;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--border-radius: 12px;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12 variables au total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.bento-grid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repeat(3, 1fr);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.bento-large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grid-column: span 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Variables CSS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Couleurs, polices, espacements, ombres, border-radius.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709928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002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avec grid-column: span 2 pour disposition asymétrique.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414016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706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breakpoints : 375px / 768px / 1200px+. Media queries complètes.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118104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18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CSS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[data-theme='dark'] surcharge toutes les couleurs du site.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822192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CSS + IntersectionObserver pour fade-in sections.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89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du dépôt...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92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05656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51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289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mode, navbar...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746504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92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075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compteurs, fade-in...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32888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filtrage, validation...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19272"/>
            <a:ext cx="4114800" cy="658368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corrections...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105656"/>
            <a:ext cx="41148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151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invisibles après CSS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opacity: 0 dans .animate-section cachait tout. Solution : retirer l'opacité jusqu'au commit 7 JS.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402336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0280"/>
            <a:ext cx="39319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24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double padding-top sur body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393192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24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déclaré deux fois dans le CSS. Solution : fusionner les deux règles en une seule.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2624328"/>
            <a:ext cx="402336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83280"/>
            <a:ext cx="39319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Bootstrap restaient bleus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393192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surchargeait notre orange. Solution : utiliser !important sur .btn-primary dans style.css.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767328"/>
            <a:ext cx="402336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MDN Web Docs — developer.mozilla.org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Bootstrap 5 Docs — getbootstrap.com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03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W3C Validator — validator.w3.org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926080"/>
            <a:ext cx="4114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Fonts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Fonts — fonts.google.com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776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Bootstrap Icons — icons.getbootstrap.com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Coolors — coolors.co (palette)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Pexels — pexels.com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856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Gemini (génération d'images)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203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Images personnelles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4114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Awwwards — awwwards.com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776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Dribbble — dribbble.com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CSS-Tricks — css-tricks.com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accessible en ligne via GitHub Pages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8412480" cy="594360"/>
          </a:xfrm>
          <a:prstGeom prst="rect">
            <a:avLst/>
          </a:prstGeom>
          <a:solidFill>
            <a:srgbClr val="26344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https://sanoh0602-dotcom.github.io/SANOH-Ibrahima-AfriTalent/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547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accessibles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8679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895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chargées correctement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21538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fonctionnel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56285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56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validé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 — ISI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prêt à expliquer </a:t>
            </a: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828800" cy="10058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3840480"/>
            <a:ext cx="1828800" cy="10058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HTML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840480"/>
            <a:ext cx="1828800" cy="10058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840480"/>
            <a:ext cx="1828800" cy="1005840"/>
          </a:xfrm>
          <a:prstGeom prst="rect">
            <a:avLst/>
          </a:prstGeom>
          <a:solidFill>
            <a:srgbClr val="2634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844</Words>
  <Application>Microsoft Office PowerPoint</Application>
  <PresentationFormat>Affichage à l'écran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Présentation Projet S2</dc:title>
  <dc:subject>PptxGenJS Presentation</dc:subject>
  <dc:creator>Etudiant ISI</dc:creator>
  <cp:lastModifiedBy>Ibrahima Sanoh</cp:lastModifiedBy>
  <cp:revision>3</cp:revision>
  <dcterms:created xsi:type="dcterms:W3CDTF">2026-05-31T15:21:15Z</dcterms:created>
  <dcterms:modified xsi:type="dcterms:W3CDTF">2026-06-19T00:25:18Z</dcterms:modified>
</cp:coreProperties>
</file>